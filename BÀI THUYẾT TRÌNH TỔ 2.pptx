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19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" y="3048"/>
            <a:ext cx="9144000" cy="5143500"/>
          </a:xfrm>
          <a:prstGeom prst="rect">
            <a:avLst/>
          </a:prstGeom>
          <a:solidFill>
            <a:srgbClr val="0B1726">
              <a:alpha val="62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43840" y="525780"/>
            <a:ext cx="89192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 ĐIỂM VÀ YÊU CẦU</a:t>
            </a:r>
            <a:r>
              <a:rPr lang="vi-VN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NGHỀ</a:t>
            </a:r>
            <a:r>
              <a:rPr lang="vi-VN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THỢ CƠ KHÍ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1645920" cy="36576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400" dirty="0">
                <a:solidFill>
                  <a:schemeClr val="bg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</a:t>
            </a:r>
            <a:r>
              <a:rPr lang="en-US" sz="2400" dirty="0" err="1">
                <a:solidFill>
                  <a:schemeClr val="bg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ìm</a:t>
            </a:r>
            <a:r>
              <a:rPr lang="en-US" sz="2400" dirty="0">
                <a:solidFill>
                  <a:schemeClr val="bg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nghề nghiệp  •  Tổ 2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es/bg_factor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" y="418338"/>
            <a:ext cx="9144000" cy="5143500"/>
          </a:xfrm>
          <a:prstGeom prst="rect">
            <a:avLst/>
          </a:prstGeom>
          <a:solidFill>
            <a:srgbClr val="F5F7F9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workdir/artifacts/images/cnc_o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484632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480560" y="0"/>
            <a:ext cx="411480" cy="5143500"/>
          </a:xfrm>
          <a:prstGeom prst="rect">
            <a:avLst/>
          </a:prstGeom>
          <a:solidFill>
            <a:srgbClr val="F5F7F9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029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THỢ CƠ KHÍ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5029200" y="1417320"/>
            <a:ext cx="1005840" cy="4572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84620" y="-982980"/>
            <a:ext cx="2758440" cy="621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trực tiếp gia công, lắp ráp,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chữa và bảo dưỡng máy </a:t>
            </a:r>
            <a:r>
              <a:rPr lang="en-US" sz="2000" dirty="0" err="1"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móc,thiết</a:t>
            </a:r>
            <a:r>
              <a:rPr lang="en-US" sz="2000" dirty="0"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cơ khí.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021580" y="3022092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09295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15940" y="2990088"/>
            <a:ext cx="1714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 xác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029200" y="356616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64845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77840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 thuật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5029200" y="406908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415137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77840" y="4142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0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0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es/bg_circui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 ĐIỂM NGHỀ THỢ CƠ KHÍ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" y="640080"/>
            <a:ext cx="1097280" cy="36576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73152" cy="178308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430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 phẩm lao động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21792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tiết máy, linh kiện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Khuôn mẫu, kết cấu thép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móc đã gia công, sửa chữa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709160" y="9144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09160" y="914400"/>
            <a:ext cx="73152" cy="178308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14300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tượng lao động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4965192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Kim loại (sắt, thép, đồng, nhôm)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vẽ kỹ thuật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tiện, phay, hàn, </a:t>
            </a:r>
            <a:r>
              <a:rPr lang="vi-VN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 công tự động bằng máy tính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365760" y="288036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65760" y="2880360"/>
            <a:ext cx="73152" cy="178308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10896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108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 làm việc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621792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Xưởng cơ khí, nhà máy, công trường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 xúc tiếng ồn, bụi kim loại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 cầu an toàn lao động cao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709160" y="288036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09160" y="2880360"/>
            <a:ext cx="73152" cy="178308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0896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3108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 cầu chung</a:t>
            </a:r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4965192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 xác • Kỹ thuật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Tuân thủ an toàn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Kỷ luật cao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es/bg_factor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workdir/artifacts/images/measur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31920" y="0"/>
            <a:ext cx="320040" cy="5143500"/>
          </a:xfrm>
          <a:prstGeom prst="rect">
            <a:avLst/>
          </a:prstGeom>
          <a:solidFill>
            <a:srgbClr val="F5F7F9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4526280" y="320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 LỰC &amp; PHẨM CHẤT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526280" y="731520"/>
            <a:ext cx="914400" cy="36576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26280" y="100584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1887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49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 LỰC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709160" y="16002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Đọc bản vẽ kỹ thuật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Vận hành thạo máy gia công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Đo lường, kiểm tra sai số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Khắc phục sự cố máy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4526280" y="31546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270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3375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4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PHẨM CHẤT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709160" y="3749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Cẩn thận, tỉ mỉ, chính xác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Kiên trì, chịu được áp lực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Trách nhiệm, kỷ luật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Yêu thích kỹ thuật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A8B0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GIỚI THIỆU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Ngành Công nghệ Kỹ thuật Cơ khí</a:t>
            </a:r>
            <a:endParaRPr lang="en-US" sz="20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4000" cy="521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push dir="u"/>
      </p:transition>
    </mc:Choice>
    <mc:Fallback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es/bg_tech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2  •  NHIỆM VỤ VỀ NHÀ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THỢ CƠ KHÍ GIA CÔNG CNC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36220" y="112776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CÔNG VIỆC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72440" y="2720340"/>
            <a:ext cx="3543300" cy="88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Đọc bản vẽ kỹ thuật, xác định yêu cầu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Chuẩn bị phôi, lắp dao cụ và gá kẹp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Nhập chương trình, vận hành máy CNC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Kiểm tra kích thước bằng thước cặp, panme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Bảo trì, vệ sinh máy định kỳ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87240" y="112776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77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ĐỘ &amp; VỊ TRÍ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độ: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 cấp / Trung cấp / Cao đẳng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 thuật Cơ khí – Chế tạo máy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 trí việc làm: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Thợ vận hành máy CNC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Tổ trưởng sản xuất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Nhân viên QC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Quản lý kỹ thuật xưởng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es/bg_circui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 LỰC &amp; XU HƯỚNG PHÁT TRIỂN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11480" y="685800"/>
            <a:ext cx="1097280" cy="36576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42900" y="987552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solidFill>
            <a:srgbClr val="0B1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 LỰC CẦN CÓ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17647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bản vẽ CAD / CAM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2219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 nguyên lý cắt gọt kim loại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40080" y="26791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 tác máy chuẩn xác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31363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lường chính xác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40080" y="35935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sự cố kỹ thuật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40080" y="4050792"/>
            <a:ext cx="146304" cy="14630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012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việc nhóm, an toàn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663440" y="1005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 HƯỚNG PHÁT TRIỂN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93776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dịch mạnh sang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động hóa, Robot và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CNC thông minh.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937760" y="2926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 cầu tuyển dụng cao trong: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Ngành phụ trợ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Ô tô – Xe máy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Điện tử – Cơ điện tử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 dir="u"/>
      </p:transition>
    </mc:Choice>
    <mc:Fallback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72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45920" cy="4572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ơn thầy cô và các bạn đã lắng nghe!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0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 2  •  Thợ cơ khí  •  Gia công CNC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465</Words>
  <Application>Microsoft Office PowerPoint</Application>
  <PresentationFormat>On-screen Show (16:9)</PresentationFormat>
  <Paragraphs>84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Be Vietnam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Đặc điểm và yêu cầu nghề nghiệp của Thợ cơ khí</dc:title>
  <dc:subject>Thợ cơ khí – Gia công CNC</dc:subject>
  <dc:creator>Tổ 2</dc:creator>
  <cp:lastModifiedBy>DƯƠNG TRỌNG TRUNG</cp:lastModifiedBy>
  <cp:revision>3</cp:revision>
  <dcterms:created xsi:type="dcterms:W3CDTF">2026-09-08T07:57:00Z</dcterms:created>
  <dcterms:modified xsi:type="dcterms:W3CDTF">2026-09-08T08:38:23Z</dcterms:modified>
</cp:coreProperties>
</file>